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1F5F9"/>
                </a:solidFill>
              </a:rPr>
              <a:t>AI Agent Squad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31089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</a:rPr>
              <a:t>Foxy · Kitty · Bunny  —  Your Personal AI Team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2179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Generated: 2026-03-03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228600"/>
            <a:ext cx="1371600" cy="502920"/>
          </a:xfrm>
          <a:prstGeom prst="roundRect">
            <a:avLst>
              <a:gd name="adj" fmla="val 14545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22860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Foxy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27432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</a:rPr>
              <a:t>General News Anchor &amp; Daily Briefer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28600" y="868680"/>
            <a:ext cx="845820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960120"/>
            <a:ext cx="8458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A5E9"/>
                </a:solidFill>
              </a:rPr>
              <a:t>GREETING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8600" y="1188720"/>
            <a:ext cx="8458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1F5F9"/>
                </a:solidFill>
              </a:rPr>
              <a:t>"Good morning! I'm Foxy, your news anchor. Let me brief you on what's happening in the world right now."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28600" y="1920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A5E9"/>
                </a:solidFill>
              </a:rPr>
              <a:t>SCHEDULE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8600" y="2148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</a:rPr>
              <a:t>09:00  (daily briefing)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28600" y="2606040"/>
            <a:ext cx="8458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A5E9"/>
                </a:solidFill>
              </a:rPr>
              <a:t>SEARCH KEYWORDS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28600" y="2834640"/>
            <a:ext cx="8458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</a:rPr>
              <a:t>  •  World news</a:t>
            </a:r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</a:rPr>
              <a:t>  •  Top headlines</a:t>
            </a:r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</a:rPr>
              <a:t>  •  Business</a:t>
            </a:r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</a:rPr>
              <a:t>  •  Politics</a:t>
            </a:r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</a:rPr>
              <a:t>  •  Science &amp; Tech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8600" y="3474720"/>
            <a:ext cx="8458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A5E9"/>
                </a:solidFill>
              </a:rPr>
              <a:t>BEHAVIOR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28600" y="3703320"/>
            <a:ext cx="8458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Sharp and witty TV news anchor covering politics, business, science, and more. Replies in concise 1–2 sentences.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6172200"/>
            <a:ext cx="12192000" cy="685800"/>
          </a:xfrm>
          <a:prstGeom prst="rect">
            <a:avLst/>
          </a:prstGeom>
          <a:solidFill>
            <a:srgbClr val="075985"/>
          </a:solidFill>
          <a:ln w="12700">
            <a:solidFill>
              <a:srgbClr val="07598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0" y="6172200"/>
            <a:ext cx="1219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AI Agent Squad  ·  Foxy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228600"/>
            <a:ext cx="1371600" cy="502920"/>
          </a:xfrm>
          <a:prstGeom prst="roundRect">
            <a:avLst>
              <a:gd name="adj" fmla="val 14545"/>
            </a:avLst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22860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Kitty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27432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</a:rPr>
              <a:t>Marketing Strategist &amp; Growth Planner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28600" y="868680"/>
            <a:ext cx="845820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960120"/>
            <a:ext cx="8458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855F7"/>
                </a:solidFill>
              </a:rPr>
              <a:t>GREETING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8600" y="1188720"/>
            <a:ext cx="8458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1F5F9"/>
                </a:solidFill>
              </a:rPr>
              <a:t>"Hey! I'm Kitty, your marketing strategist. I'll turn your idea into a growth plan that actually works."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28600" y="1920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855F7"/>
                </a:solidFill>
              </a:rPr>
              <a:t>SCHEDULE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8600" y="2148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</a:rPr>
              <a:t>11:00  (daily briefing)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28600" y="2606040"/>
            <a:ext cx="8458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855F7"/>
                </a:solidFill>
              </a:rPr>
              <a:t>SEARCH KEYWORDS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28600" y="2834640"/>
            <a:ext cx="8458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</a:rPr>
              <a:t>  •  Product marketing</a:t>
            </a:r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</a:rPr>
              <a:t>  •  User acquisition</a:t>
            </a:r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</a:rPr>
              <a:t>  •  Growth hacking</a:t>
            </a:r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</a:rPr>
              <a:t>  •  Content marketing</a:t>
            </a:r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</a:rPr>
              <a:t>  •  Indie dev launch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8600" y="3474720"/>
            <a:ext cx="8458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855F7"/>
                </a:solidFill>
              </a:rPr>
              <a:t>BEHAVIOR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28600" y="3703320"/>
            <a:ext cx="8458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Creative marketing strategist obsessed with growth and traction. Gives actionable answers naming specific channels or tactics.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6172200"/>
            <a:ext cx="12192000" cy="685800"/>
          </a:xfrm>
          <a:prstGeom prst="rect">
            <a:avLst/>
          </a:prstGeom>
          <a:solidFill>
            <a:srgbClr val="581C87"/>
          </a:solidFill>
          <a:ln w="12700">
            <a:solidFill>
              <a:srgbClr val="581C8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0" y="6172200"/>
            <a:ext cx="1219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AI Agent Squad  ·  Kitty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228600"/>
            <a:ext cx="1371600" cy="502920"/>
          </a:xfrm>
          <a:prstGeom prst="roundRect">
            <a:avLst>
              <a:gd name="adj" fmla="val 14545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22860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Bunny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27432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</a:rPr>
              <a:t>Budget Analyst &amp; Cost Strategist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28600" y="868680"/>
            <a:ext cx="845820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960120"/>
            <a:ext cx="8458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C55E"/>
                </a:solidFill>
              </a:rPr>
              <a:t>GREETING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8600" y="1188720"/>
            <a:ext cx="8458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1F5F9"/>
                </a:solidFill>
              </a:rPr>
              <a:t>"Hello! I'm Bunny, your budget analyst. I'll check all the costs and APIs so you know exactly what you're spending."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28600" y="1920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C55E"/>
                </a:solidFill>
              </a:rPr>
              <a:t>SCHEDULE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8600" y="2148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</a:rPr>
              <a:t>14:00  (daily briefing)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28600" y="2606040"/>
            <a:ext cx="8458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C55E"/>
                </a:solidFill>
              </a:rPr>
              <a:t>SEARCH KEYWORDS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28600" y="2834640"/>
            <a:ext cx="8458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</a:rPr>
              <a:t>  •  API pricing</a:t>
            </a:r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</a:rPr>
              <a:t>  •  SaaS cost breakdown</a:t>
            </a:r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</a:rPr>
              <a:t>  •  OpenAI API cost</a:t>
            </a:r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</a:rPr>
              <a:t>  •  Cloud infra pricing</a:t>
            </a:r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</a:rPr>
              <a:t>  •  Startup budget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8600" y="3474720"/>
            <a:ext cx="8458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C55E"/>
                </a:solidFill>
              </a:rPr>
              <a:t>BEHAVIOR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28600" y="3703320"/>
            <a:ext cx="8458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Meticulous budget analyst who always speaks in numbers and hard facts. Always includes specific numbers or cost ranges.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6172200"/>
            <a:ext cx="12192000" cy="685800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0" y="6172200"/>
            <a:ext cx="1219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AI Agent Squad  ·  Bunny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</a:rPr>
              <a:t>Agent Overview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BD5E1"/>
                          </a:solidFill>
                        </a:rPr>
                        <a:t>Agent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BD5E1"/>
                          </a:solidFill>
                        </a:rPr>
                        <a:t>Role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BD5E1"/>
                          </a:solidFill>
                        </a:rPr>
                        <a:t>Schedule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BD5E1"/>
                          </a:solidFill>
                        </a:rPr>
                        <a:t>Keywords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Foxy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</a:rPr>
                        <a:t>General News Anchor &amp; Daily Briefer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</a:rPr>
                        <a:t>09:00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</a:rPr>
                        <a:t>World news, Top headlines, Business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Kitty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5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</a:rPr>
                        <a:t>Marketing Strategist &amp; Growth Planner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</a:rPr>
                        <a:t>11:00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</a:rPr>
                        <a:t>Product marketing, User acquisition, Growth hacking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Bunny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C5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</a:rPr>
                        <a:t>Budget Analyst &amp; Cost Strategist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</a:rPr>
                        <a:t>14:00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</a:rPr>
                        <a:t>API pricing, SaaS cost breakdown, OpenAI API cost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2026-03-03T16:46:27Z</dcterms:created>
  <dcterms:modified xsi:type="dcterms:W3CDTF">2026-03-03T16:46:27Z</dcterms:modified>
</cp:coreProperties>
</file>